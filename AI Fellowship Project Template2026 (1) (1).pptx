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8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6434797" y="270573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 dirty="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 dirty="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 dirty="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 dirty="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 dirty="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 dirty="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KAVYA SHREE M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mkavyashree583@gmail.com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240226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59080" y="643889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39" y="1082801"/>
            <a:ext cx="5102743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This project measures </a:t>
            </a:r>
            <a:r>
              <a:rPr lang="en-US" sz="1600" dirty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</a:t>
            </a:r>
            <a:r>
              <a:rPr lang="en-US" sz="16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medical sales domain.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objective is to convert raw medical sales data into clean, accurate, and meaningful insights.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Microsoft excel and AI tools like copilot, Chatgpt, PowerBI are used to data cleaning, pivot tables, charts, and for analysis.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expected outcomes include cleaned dataset, identifying of top and slow moving products, monthly sales trend analysis and clear visual report.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project demonstrates a real world application of data analytics and AI integration.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0623" y="943653"/>
            <a:ext cx="5127238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Medical stores generate large volume of daily sales data related to medicines, quantities, price, discount, and manufacturers.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Poor data can lead to difficult to analyze</a:t>
            </a:r>
            <a:r>
              <a:rPr lang="en-US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extract insights, stock shortages, and financial losses, which directly affect business profitability and customer satisfaction.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Medical store owners, pharmacy manager, inventory manager, and small healthcare businesses are most affected by lack of clean and reliable sales data.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Existing approaches rely on manual data entry and basic record keeping, which are time consuming, error prone.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is limited to cleaning, analyzing, and visualizing medical store sales data using excel and AI tools.</a:t>
            </a:r>
            <a:endParaRPr lang="en-US" sz="1600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55846" y="1055842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Clean and structure raw medical sales data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Used Excel formulas, pivot tables, and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Add analytical columns for deeper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Visualize sales trends and product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Integrate AI tools for faster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Provides accurate, efficient, and scalable insights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1128" y="1579284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Medical sales dataset(622 records)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source: real medical shop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Data cleaning, Adding new columns (order date, order id, discount, customer segment.)  Applied excel formulas and pivot tables dashboard for performance analysis.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Microsoft excel for formulas and pivot tables.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Power BI for interactive dashboards and charts.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Copilot for automated insights, and documentation support.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KPI’s overall sales growth, top products by quantity, monthly sales trends, fast vs slow movers.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Visuals: dashboards highlighting profitability and product focus.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5176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Data Cleaning &amp; Preparation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105035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>
              <a:latin typeface="Lato" panose="020F0502020204030203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Business Analysis with Excel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3105035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https://github.com/kavyashreem360-bit/Kavya</a:t>
            </a: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53912" y="2306255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Visualization &amp; Insights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3105035"/>
            <a:ext cx="2569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https://drive.google.com/file/d/1hyvC_qApT4O8VZb7_F3RRxuxltV8cijk/view?usp=drive_link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1843F-5BFC-42C0-BB6C-06DEB6C7A636}"/>
              </a:ext>
            </a:extLst>
          </p:cNvPr>
          <p:cNvSpPr txBox="1"/>
          <p:nvPr/>
        </p:nvSpPr>
        <p:spPr>
          <a:xfrm>
            <a:off x="388620" y="3006451"/>
            <a:ext cx="251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https://1drv.ms/x/c/0B3C66CF58FFD93C/IQA0szQiraPgSIKFiwgqfzkFAVio6ukG3RuOBmJXtSEAuxQ?e=ug7ZgF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The project accomplished complete data cleaning, analysis, and visualization of medical sales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Key results include identification of top selling products, monthly sales trends and customer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Interactive dashboards and charts provide clear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All objectives were achieved accurate dataset, actionable KPIs, AI assisted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/>
                <a:cs typeface="Arial" panose="020B0604020202020204" pitchFamily="34" charset="0"/>
              </a:rPr>
              <a:t>The project adds value to the medical sales domain by improving decision making, operational efficiency, and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 dataset with more medical stores for broader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 reporting using AI tools (Copilot/ Chatbot)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predictive analytics for sales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scalability to support larger healthcare businesses.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Edunet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646</Words>
  <Application>Microsoft Office PowerPoint</Application>
  <PresentationFormat>On-screen Show (16:9)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Aileron</vt:lpstr>
      <vt:lpstr>Aileron Bold</vt:lpstr>
      <vt:lpstr>Aileron Ultra-Bold</vt:lpstr>
      <vt:lpstr>Arial</vt:lpstr>
      <vt:lpstr>Calibri</vt:lpstr>
      <vt:lpstr>Lato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Kavya</cp:lastModifiedBy>
  <cp:revision>63</cp:revision>
  <dcterms:created xsi:type="dcterms:W3CDTF">2026-02-18T09:17:23Z</dcterms:created>
  <dcterms:modified xsi:type="dcterms:W3CDTF">2026-04-10T11:01:44Z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